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98A2-B8B6-1C6F-60EC-80E6141BA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ABE35-8F09-0F1F-C2BB-978D104E8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0957-65F3-4264-8C43-6F8E6712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2789-E7EB-1BF2-DEA1-B534D689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010FF-6C73-52B4-63B4-65B632CA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590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6166-7433-91A9-CF77-612D3DB3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44D1-48A3-1B1F-DEC1-B3E61B421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85BC-6EF4-5A33-66AD-9C59AEDF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4A0D7-E3D0-3CF5-88D4-C17520F2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807C-53AB-1B86-D8A5-9F5A7408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77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5F3C-6F87-5FD1-040D-018FF95C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AAE38-0B9A-1815-794E-D10383EAF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1339E-E79E-4764-7461-D05D3BB7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971E1-AA8D-C02F-9964-E7B7A74A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30AF1-B7CA-4A11-F917-5018218B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5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43D0-F909-5487-E964-B725C58F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F615-2CC5-381A-2E21-A9FC1D6E4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21FBC-1E06-197A-D70B-6DB3151C6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1D9C-041C-3941-6DD0-B9969C60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B68B3-37AD-32AD-A138-769927DC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8E30D-7FA7-F9F5-4B92-8AE5F6C3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0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94F7-A2D6-0FA8-EB28-A89F1AF9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9D4A8-B9B2-EDAC-6422-D213050B7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98395-FA2A-B9C2-1BF6-2170A403C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78F53-6234-003C-0607-ABEE7F945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F9829E-C6EF-0249-F686-9BD9C67A8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284F5E-F03D-4D4F-C755-E691C076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A8F2B-C6D6-B7E9-26D6-D46DEC22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06B68C-E7D5-560F-A8B7-853E1587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9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9996-9024-A1AC-FD89-7B392202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769C6-B6A5-50C0-578F-2D8C6974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2AEE3-6C0B-A6EA-533F-BB1B1AB9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35232-146E-8F8C-2C38-D8415358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24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EE6C9-4B08-10CE-5318-89F632A9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A33E0-7219-39DC-D7E8-F845EC02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78EDE-5CF7-1347-54B3-43C71240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5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26EA-C0E0-A742-9EDD-328105E3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EAD19-7151-D77D-FFE8-36FD40AB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2BAE4-3C29-8A10-D532-FC66BED6D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42EF0-55E7-94C1-23CF-E5CB6FCB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45454-B9BD-CCC6-50F8-86DECD2E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F3494-4AC5-5F86-8FA3-537DBB45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7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B049-E99D-43BD-BBE2-59C4DEB6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BE4DE-B79A-E601-CD70-59C618731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999D4-B7BC-4B9B-E63B-9450A65DF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B0D19-A9C1-E904-6DBD-C2076FC6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9588C-3FB1-C432-F089-C98F305D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2B7DD-4F58-B4CD-01EB-276D7019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7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3F32-7326-0F8B-B91E-AE43652F1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0ACF3-0B51-FE6B-6EBE-C04916549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979E1-7B97-E99C-0806-A0EEB484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C13B-90AA-255C-1E1A-C3E72532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C99C1-6844-FA09-A66F-C0F0C86E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107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E8FC50-2919-6F24-A2F6-0FC8FA3E2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36497-2486-AD26-D9F0-C1A4AFBE8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C493-DA1D-D51A-B255-3BA4410A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ED68F-9AA7-BD7E-D88E-2C515C58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A894A-290A-C4E8-8EE7-080CA3AB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6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D0275-2576-A177-1D8F-4B8680AB8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4BE5E-F68D-F6E0-8F9E-8F07894D5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3FCE-E393-C4FE-D764-5B7F86884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42C8A-4613-4B1E-910F-6C80FA5FD9A5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21C8C-D268-DBCF-9E8D-466B760E3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C9DAC-2D18-0513-76B9-4E473D8C8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A77BC-49EC-4646-A2E5-2E4DFA1C5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56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51C70D-CEC5-F410-8840-AA6EB1EE1E42}"/>
              </a:ext>
            </a:extLst>
          </p:cNvPr>
          <p:cNvSpPr txBox="1"/>
          <p:nvPr/>
        </p:nvSpPr>
        <p:spPr>
          <a:xfrm>
            <a:off x="344129" y="4339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Module: Building an AI-Powered E-Commerce Interface</a:t>
            </a:r>
          </a:p>
          <a:p>
            <a:pPr>
              <a:buNone/>
            </a:pPr>
            <a:r>
              <a:rPr lang="en-US" b="1" dirty="0"/>
              <a:t>Topic: Product Grids, State-Driven Search, and Login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7C7B8-41AD-B847-974B-E57F8CDD28BD}"/>
              </a:ext>
            </a:extLst>
          </p:cNvPr>
          <p:cNvSpPr txBox="1"/>
          <p:nvPr/>
        </p:nvSpPr>
        <p:spPr>
          <a:xfrm>
            <a:off x="344129" y="1462914"/>
            <a:ext cx="96552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1: The "Amazon" Layout – Grid Systems</a:t>
            </a:r>
          </a:p>
          <a:p>
            <a:pPr>
              <a:buNone/>
            </a:pPr>
            <a:r>
              <a:rPr lang="en-US" dirty="0"/>
              <a:t>E-commerce sites rely on </a:t>
            </a:r>
            <a:r>
              <a:rPr lang="en-US" dirty="0" err="1">
                <a:latin typeface="Courier New" panose="02070309020205020404" pitchFamily="49" charset="0"/>
              </a:rPr>
              <a:t>rx.grid</a:t>
            </a:r>
            <a:r>
              <a:rPr lang="en-US" dirty="0"/>
              <a:t>. Unlike a simple stack, a grid allows products to align perfectly in rows and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columns</a:t>
            </a:r>
            <a:r>
              <a:rPr lang="en-US" dirty="0"/>
              <a:t>: Define how many products per row (e.g., 4 on desktop, 1 on mobile).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spacing</a:t>
            </a:r>
            <a:r>
              <a:rPr lang="en-US" dirty="0"/>
              <a:t>: The gap between product cards.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A86CB-6DFA-3167-3960-2FF15A69E622}"/>
              </a:ext>
            </a:extLst>
          </p:cNvPr>
          <p:cNvSpPr txBox="1"/>
          <p:nvPr/>
        </p:nvSpPr>
        <p:spPr>
          <a:xfrm>
            <a:off x="344129" y="313891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product_grid</a:t>
            </a:r>
            <a:r>
              <a:rPr lang="en-IN" dirty="0"/>
              <a:t>():</a:t>
            </a:r>
          </a:p>
          <a:p>
            <a:r>
              <a:rPr lang="en-IN" dirty="0"/>
              <a:t>    return </a:t>
            </a:r>
            <a:r>
              <a:rPr lang="en-IN" dirty="0" err="1"/>
              <a:t>rx.grid</a:t>
            </a:r>
            <a:r>
              <a:rPr lang="en-IN" dirty="0"/>
              <a:t>(</a:t>
            </a:r>
          </a:p>
          <a:p>
            <a:r>
              <a:rPr lang="en-IN" dirty="0"/>
              <a:t>        </a:t>
            </a:r>
            <a:r>
              <a:rPr lang="en-IN" dirty="0" err="1"/>
              <a:t>rx.foreach</a:t>
            </a:r>
            <a:r>
              <a:rPr lang="en-IN" dirty="0"/>
              <a:t>(</a:t>
            </a:r>
          </a:p>
          <a:p>
            <a:r>
              <a:rPr lang="en-IN" dirty="0"/>
              <a:t>            </a:t>
            </a:r>
            <a:r>
              <a:rPr lang="en-IN" dirty="0" err="1"/>
              <a:t>ProductState.items</a:t>
            </a:r>
            <a:r>
              <a:rPr lang="en-IN" dirty="0"/>
              <a:t>, </a:t>
            </a:r>
          </a:p>
          <a:p>
            <a:r>
              <a:rPr lang="en-IN" dirty="0"/>
              <a:t>            lambda item: </a:t>
            </a:r>
            <a:r>
              <a:rPr lang="en-IN" dirty="0" err="1"/>
              <a:t>product_card</a:t>
            </a:r>
            <a:r>
              <a:rPr lang="en-IN" dirty="0"/>
              <a:t>(item)</a:t>
            </a:r>
          </a:p>
          <a:p>
            <a:r>
              <a:rPr lang="en-IN" dirty="0"/>
              <a:t>        ),</a:t>
            </a:r>
          </a:p>
          <a:p>
            <a:r>
              <a:rPr lang="en-IN" dirty="0"/>
              <a:t>        columns=[1, 2, 3, 4], # Responsive: 1 col on mobile, 4 on desktop</a:t>
            </a:r>
          </a:p>
          <a:p>
            <a:r>
              <a:rPr lang="en-IN" dirty="0"/>
              <a:t>        spacing="4",</a:t>
            </a:r>
          </a:p>
          <a:p>
            <a:r>
              <a:rPr lang="en-IN" dirty="0"/>
              <a:t>        width="100%",</a:t>
            </a:r>
          </a:p>
          <a:p>
            <a:r>
              <a:rPr lang="en-IN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565524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398009-9463-9CD4-8E55-C1DA0D08CADB}"/>
              </a:ext>
            </a:extLst>
          </p:cNvPr>
          <p:cNvSpPr txBox="1"/>
          <p:nvPr/>
        </p:nvSpPr>
        <p:spPr>
          <a:xfrm>
            <a:off x="589936" y="408320"/>
            <a:ext cx="98420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Building a "Product Card" Component</a:t>
            </a:r>
          </a:p>
          <a:p>
            <a:pPr>
              <a:buNone/>
            </a:pPr>
            <a:r>
              <a:rPr lang="en-US" dirty="0"/>
              <a:t>A professional product card needs a specific "Stack" structure: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</a:rPr>
              <a:t>rx.image</a:t>
            </a:r>
            <a:r>
              <a:rPr lang="en-US" dirty="0"/>
              <a:t> (The Product).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Middle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</a:rPr>
              <a:t>rx.vstack</a:t>
            </a:r>
            <a:r>
              <a:rPr lang="en-US" dirty="0"/>
              <a:t> (name of product, and AI Recommendation Tag).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Bottom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</a:rPr>
              <a:t>rx.hstack</a:t>
            </a:r>
            <a:r>
              <a:rPr lang="en-US" dirty="0"/>
              <a:t> (Star ratings and "Add to Cart" button).</a:t>
            </a:r>
          </a:p>
          <a:p>
            <a:pPr>
              <a:buNone/>
            </a:pPr>
            <a:r>
              <a:rPr lang="en-US" b="1" dirty="0"/>
              <a:t>Visual Tip:</a:t>
            </a:r>
            <a:r>
              <a:rPr lang="en-US" dirty="0"/>
              <a:t> Use </a:t>
            </a:r>
            <a:r>
              <a:rPr lang="en-US" dirty="0" err="1">
                <a:latin typeface="Courier New" panose="02070309020205020404" pitchFamily="49" charset="0"/>
              </a:rPr>
              <a:t>border_radius</a:t>
            </a:r>
            <a:r>
              <a:rPr lang="en-US" dirty="0">
                <a:latin typeface="Courier New" panose="02070309020205020404" pitchFamily="49" charset="0"/>
              </a:rPr>
              <a:t>="lg"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_hover={"transform": "</a:t>
            </a:r>
            <a:r>
              <a:rPr lang="en-US" dirty="0" err="1">
                <a:latin typeface="Courier New" panose="02070309020205020404" pitchFamily="49" charset="0"/>
              </a:rPr>
              <a:t>translateY</a:t>
            </a:r>
            <a:r>
              <a:rPr lang="en-US" dirty="0">
                <a:latin typeface="Courier New" panose="02070309020205020404" pitchFamily="49" charset="0"/>
              </a:rPr>
              <a:t>(-5px)"}</a:t>
            </a:r>
            <a:r>
              <a:rPr lang="en-US" dirty="0"/>
              <a:t> to make cards feel interactive.</a:t>
            </a:r>
          </a:p>
        </p:txBody>
      </p:sp>
    </p:spTree>
    <p:extLst>
      <p:ext uri="{BB962C8B-B14F-4D97-AF65-F5344CB8AC3E}">
        <p14:creationId xmlns:p14="http://schemas.microsoft.com/office/powerpoint/2010/main" val="112397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0A7DF-BD7D-33E2-CA4B-F313CB5E351A}"/>
              </a:ext>
            </a:extLst>
          </p:cNvPr>
          <p:cNvSpPr txBox="1"/>
          <p:nvPr/>
        </p:nvSpPr>
        <p:spPr>
          <a:xfrm>
            <a:off x="373626" y="195400"/>
            <a:ext cx="102845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State-Driven Recommendations</a:t>
            </a:r>
          </a:p>
          <a:p>
            <a:pPr>
              <a:buNone/>
            </a:pPr>
            <a:r>
              <a:rPr lang="en-US" dirty="0"/>
              <a:t>This is where the "AI" part shows up in the UI. We use </a:t>
            </a:r>
            <a:r>
              <a:rPr lang="en-US" dirty="0" err="1">
                <a:latin typeface="Courier New" panose="02070309020205020404" pitchFamily="49" charset="0"/>
              </a:rPr>
              <a:t>rx.State</a:t>
            </a:r>
            <a:r>
              <a:rPr lang="en-US" dirty="0"/>
              <a:t> to filter products based on user behavior or 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Goal</a:t>
            </a:r>
            <a:r>
              <a:rPr lang="en-US" dirty="0"/>
              <a:t>: As the user types, the grid updates in real-time.</a:t>
            </a:r>
          </a:p>
          <a:p>
            <a:pPr>
              <a:buNone/>
            </a:pPr>
            <a:r>
              <a:rPr lang="en-US" b="1" dirty="0"/>
              <a:t>Intern Practice: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212BE-5A8F-297F-6BAB-CFFD58A9F95C}"/>
              </a:ext>
            </a:extLst>
          </p:cNvPr>
          <p:cNvSpPr txBox="1"/>
          <p:nvPr/>
        </p:nvSpPr>
        <p:spPr>
          <a:xfrm>
            <a:off x="226142" y="2450885"/>
            <a:ext cx="97437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</a:t>
            </a:r>
            <a:r>
              <a:rPr lang="en-IN" dirty="0" err="1"/>
              <a:t>SearchState</a:t>
            </a:r>
            <a:r>
              <a:rPr lang="en-IN" dirty="0"/>
              <a:t>(</a:t>
            </a:r>
            <a:r>
              <a:rPr lang="en-IN" dirty="0" err="1"/>
              <a:t>rx.State</a:t>
            </a:r>
            <a:r>
              <a:rPr lang="en-IN" dirty="0"/>
              <a:t>):</a:t>
            </a:r>
          </a:p>
          <a:p>
            <a:r>
              <a:rPr lang="en-IN" dirty="0"/>
              <a:t>    </a:t>
            </a:r>
            <a:r>
              <a:rPr lang="en-IN" dirty="0" err="1"/>
              <a:t>search_query</a:t>
            </a:r>
            <a:r>
              <a:rPr lang="en-IN" dirty="0"/>
              <a:t>: str = ""</a:t>
            </a:r>
          </a:p>
          <a:p>
            <a:endParaRPr lang="en-IN" dirty="0"/>
          </a:p>
          <a:p>
            <a:r>
              <a:rPr lang="en-IN" dirty="0"/>
              <a:t>    @rx.var</a:t>
            </a:r>
          </a:p>
          <a:p>
            <a:r>
              <a:rPr lang="en-IN" dirty="0"/>
              <a:t>    def </a:t>
            </a:r>
            <a:r>
              <a:rPr lang="en-IN" dirty="0" err="1"/>
              <a:t>filtered_products</a:t>
            </a:r>
            <a:r>
              <a:rPr lang="en-IN" dirty="0"/>
              <a:t>(self) -&gt; list[</a:t>
            </a:r>
            <a:r>
              <a:rPr lang="en-IN" dirty="0" err="1"/>
              <a:t>dict</a:t>
            </a:r>
            <a:r>
              <a:rPr lang="en-IN" dirty="0"/>
              <a:t>]:</a:t>
            </a:r>
          </a:p>
          <a:p>
            <a:r>
              <a:rPr lang="en-IN" dirty="0"/>
              <a:t>        # This acts as the logic for your </a:t>
            </a:r>
            <a:r>
              <a:rPr lang="en-IN" dirty="0" err="1"/>
              <a:t>RecSys</a:t>
            </a:r>
            <a:endParaRPr lang="en-IN" dirty="0"/>
          </a:p>
          <a:p>
            <a:r>
              <a:rPr lang="en-IN" dirty="0"/>
              <a:t>        return [p for p in </a:t>
            </a:r>
            <a:r>
              <a:rPr lang="en-IN" dirty="0" err="1"/>
              <a:t>all_products</a:t>
            </a:r>
            <a:r>
              <a:rPr lang="en-IN" dirty="0"/>
              <a:t> if </a:t>
            </a:r>
            <a:r>
              <a:rPr lang="en-IN" dirty="0" err="1"/>
              <a:t>self.search_query</a:t>
            </a:r>
            <a:r>
              <a:rPr lang="en-IN" dirty="0"/>
              <a:t> in p["name"]]</a:t>
            </a:r>
          </a:p>
          <a:p>
            <a:endParaRPr lang="en-IN" dirty="0"/>
          </a:p>
          <a:p>
            <a:r>
              <a:rPr lang="en-IN" dirty="0"/>
              <a:t># UI Component</a:t>
            </a:r>
          </a:p>
          <a:p>
            <a:r>
              <a:rPr lang="en-IN" dirty="0" err="1"/>
              <a:t>rx.input</a:t>
            </a:r>
            <a:r>
              <a:rPr lang="en-IN" dirty="0"/>
              <a:t>(placeholder="Search products...", </a:t>
            </a:r>
            <a:r>
              <a:rPr lang="en-IN" dirty="0" err="1"/>
              <a:t>on_change</a:t>
            </a:r>
            <a:r>
              <a:rPr lang="en-IN" dirty="0"/>
              <a:t>=</a:t>
            </a:r>
            <a:r>
              <a:rPr lang="en-IN" dirty="0" err="1"/>
              <a:t>SearchState.set_search_query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331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8E7CD-F1E0-0929-503B-2CE42FF3BB83}"/>
              </a:ext>
            </a:extLst>
          </p:cNvPr>
          <p:cNvSpPr txBox="1"/>
          <p:nvPr/>
        </p:nvSpPr>
        <p:spPr>
          <a:xfrm>
            <a:off x="294967" y="194553"/>
            <a:ext cx="107761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4: The Login Page - Forms &amp; Validation</a:t>
            </a:r>
          </a:p>
          <a:p>
            <a:pPr>
              <a:buNone/>
            </a:pPr>
            <a:r>
              <a:rPr lang="en-US" dirty="0"/>
              <a:t>Professional login pages need </a:t>
            </a:r>
            <a:r>
              <a:rPr lang="en-US" dirty="0" err="1">
                <a:latin typeface="Courier New" panose="02070309020205020404" pitchFamily="49" charset="0"/>
              </a:rPr>
              <a:t>rx.form</a:t>
            </a:r>
            <a:r>
              <a:rPr lang="en-US" dirty="0"/>
              <a:t> for security and structured data handling.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ourier New" panose="02070309020205020404" pitchFamily="49" charset="0"/>
              </a:rPr>
              <a:t>on_submit</a:t>
            </a:r>
            <a:r>
              <a:rPr lang="en-US" dirty="0"/>
              <a:t>: Sends all input data to a single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ourier New" panose="02070309020205020404" pitchFamily="49" charset="0"/>
              </a:rPr>
              <a:t>rx.input</a:t>
            </a:r>
            <a:r>
              <a:rPr lang="en-US" dirty="0"/>
              <a:t>: Use </a:t>
            </a:r>
            <a:r>
              <a:rPr lang="en-US" dirty="0">
                <a:latin typeface="Courier New" panose="02070309020205020404" pitchFamily="49" charset="0"/>
              </a:rPr>
              <a:t>type_="password"</a:t>
            </a:r>
            <a:r>
              <a:rPr lang="en-US" dirty="0"/>
              <a:t> for the password field.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5A671-ED15-AB30-2D2C-5EA121E987D6}"/>
              </a:ext>
            </a:extLst>
          </p:cNvPr>
          <p:cNvSpPr txBox="1"/>
          <p:nvPr/>
        </p:nvSpPr>
        <p:spPr>
          <a:xfrm>
            <a:off x="294967" y="2016570"/>
            <a:ext cx="97142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login_form</a:t>
            </a:r>
            <a:r>
              <a:rPr lang="en-IN" dirty="0"/>
              <a:t>():</a:t>
            </a:r>
          </a:p>
          <a:p>
            <a:r>
              <a:rPr lang="en-IN" dirty="0"/>
              <a:t>    return </a:t>
            </a:r>
            <a:r>
              <a:rPr lang="en-IN" dirty="0" err="1"/>
              <a:t>rx.form</a:t>
            </a:r>
            <a:r>
              <a:rPr lang="en-IN" dirty="0"/>
              <a:t>(</a:t>
            </a:r>
          </a:p>
          <a:p>
            <a:r>
              <a:rPr lang="en-IN" dirty="0"/>
              <a:t>        </a:t>
            </a:r>
            <a:r>
              <a:rPr lang="en-IN" dirty="0" err="1"/>
              <a:t>rx.vstack</a:t>
            </a:r>
            <a:r>
              <a:rPr lang="en-IN" dirty="0"/>
              <a:t>(</a:t>
            </a:r>
          </a:p>
          <a:p>
            <a:r>
              <a:rPr lang="en-IN" dirty="0"/>
              <a:t>            </a:t>
            </a:r>
            <a:r>
              <a:rPr lang="en-IN" dirty="0" err="1"/>
              <a:t>rx.heading</a:t>
            </a:r>
            <a:r>
              <a:rPr lang="en-IN" dirty="0"/>
              <a:t>("Welcome Back", size="7"),</a:t>
            </a:r>
          </a:p>
          <a:p>
            <a:r>
              <a:rPr lang="en-IN" dirty="0"/>
              <a:t>            </a:t>
            </a:r>
            <a:r>
              <a:rPr lang="en-IN" dirty="0" err="1"/>
              <a:t>rx.input</a:t>
            </a:r>
            <a:r>
              <a:rPr lang="en-IN" dirty="0"/>
              <a:t>(placeholder="Email", name="email", type="email"),</a:t>
            </a:r>
          </a:p>
          <a:p>
            <a:r>
              <a:rPr lang="en-IN" dirty="0"/>
              <a:t>            </a:t>
            </a:r>
            <a:r>
              <a:rPr lang="en-IN" dirty="0" err="1"/>
              <a:t>rx.input</a:t>
            </a:r>
            <a:r>
              <a:rPr lang="en-IN" dirty="0"/>
              <a:t>(placeholder="Password", name="password", type="password"),</a:t>
            </a:r>
          </a:p>
          <a:p>
            <a:r>
              <a:rPr lang="en-IN" dirty="0"/>
              <a:t>            </a:t>
            </a:r>
            <a:r>
              <a:rPr lang="en-IN" dirty="0" err="1"/>
              <a:t>rx.button</a:t>
            </a:r>
            <a:r>
              <a:rPr lang="en-IN" dirty="0"/>
              <a:t>("Login", type="submit", width="100%"),</a:t>
            </a:r>
          </a:p>
          <a:p>
            <a:r>
              <a:rPr lang="en-IN" dirty="0"/>
              <a:t>            align="</a:t>
            </a:r>
            <a:r>
              <a:rPr lang="en-IN" dirty="0" err="1"/>
              <a:t>center</a:t>
            </a:r>
            <a:r>
              <a:rPr lang="en-IN" dirty="0"/>
              <a:t>",</a:t>
            </a:r>
          </a:p>
          <a:p>
            <a:r>
              <a:rPr lang="en-IN" dirty="0"/>
              <a:t>            spacing="4",</a:t>
            </a:r>
          </a:p>
          <a:p>
            <a:r>
              <a:rPr lang="en-IN" dirty="0"/>
              <a:t>        ),</a:t>
            </a:r>
          </a:p>
          <a:p>
            <a:r>
              <a:rPr lang="en-IN" dirty="0"/>
              <a:t>        </a:t>
            </a:r>
            <a:r>
              <a:rPr lang="en-IN" dirty="0" err="1"/>
              <a:t>on_submit</a:t>
            </a:r>
            <a:r>
              <a:rPr lang="en-IN" dirty="0"/>
              <a:t>=</a:t>
            </a:r>
            <a:r>
              <a:rPr lang="en-IN" dirty="0" err="1"/>
              <a:t>LoginState.handle_login</a:t>
            </a:r>
            <a:r>
              <a:rPr lang="en-IN" dirty="0"/>
              <a:t>,</a:t>
            </a:r>
          </a:p>
          <a:p>
            <a:r>
              <a:rPr lang="en-IN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392739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1D4A0B-14D6-D266-D9A8-290866C61778}"/>
              </a:ext>
            </a:extLst>
          </p:cNvPr>
          <p:cNvSpPr txBox="1"/>
          <p:nvPr/>
        </p:nvSpPr>
        <p:spPr>
          <a:xfrm>
            <a:off x="629265" y="361701"/>
            <a:ext cx="9409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5: User Feedback (Toasts &amp; Loading)</a:t>
            </a:r>
          </a:p>
          <a:p>
            <a:pPr>
              <a:buNone/>
            </a:pPr>
            <a:r>
              <a:rPr lang="en-US" dirty="0"/>
              <a:t>When a user clicks "Login" or "Add to Cart," the site must show it's working.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ourier New" panose="02070309020205020404" pitchFamily="49" charset="0"/>
              </a:rPr>
              <a:t>rx.toast</a:t>
            </a:r>
            <a:r>
              <a:rPr lang="en-US" dirty="0"/>
              <a:t>: A small pop-up notification at the corner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urier New" panose="02070309020205020404" pitchFamily="49" charset="0"/>
              </a:rPr>
              <a:t>loading</a:t>
            </a:r>
            <a:r>
              <a:rPr lang="en-US" dirty="0"/>
              <a:t>: A property for buttons that shows a spinner.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2083C-E9A9-69AD-1C21-8A9E9757D895}"/>
              </a:ext>
            </a:extLst>
          </p:cNvPr>
          <p:cNvSpPr txBox="1"/>
          <p:nvPr/>
        </p:nvSpPr>
        <p:spPr>
          <a:xfrm>
            <a:off x="629265" y="20242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handle_login</a:t>
            </a:r>
            <a:r>
              <a:rPr lang="en-IN" dirty="0"/>
              <a:t>(self, </a:t>
            </a:r>
            <a:r>
              <a:rPr lang="en-IN" dirty="0" err="1"/>
              <a:t>form_data</a:t>
            </a:r>
            <a:r>
              <a:rPr lang="en-IN" dirty="0"/>
              <a:t>: </a:t>
            </a:r>
            <a:r>
              <a:rPr lang="en-IN" dirty="0" err="1"/>
              <a:t>dict</a:t>
            </a:r>
            <a:r>
              <a:rPr lang="en-IN" dirty="0"/>
              <a:t>):</a:t>
            </a:r>
          </a:p>
          <a:p>
            <a:r>
              <a:rPr lang="en-IN" dirty="0"/>
              <a:t>    </a:t>
            </a:r>
            <a:r>
              <a:rPr lang="en-IN" dirty="0" err="1"/>
              <a:t>self.is_loading</a:t>
            </a:r>
            <a:r>
              <a:rPr lang="en-IN" dirty="0"/>
              <a:t> = True</a:t>
            </a:r>
          </a:p>
          <a:p>
            <a:r>
              <a:rPr lang="en-IN" dirty="0"/>
              <a:t>    # Verify user...</a:t>
            </a:r>
          </a:p>
          <a:p>
            <a:r>
              <a:rPr lang="en-IN" dirty="0"/>
              <a:t>    yield rx.toast.info("Login Successful!")</a:t>
            </a:r>
          </a:p>
          <a:p>
            <a:r>
              <a:rPr lang="en-IN" dirty="0"/>
              <a:t>    </a:t>
            </a:r>
            <a:r>
              <a:rPr lang="en-IN" dirty="0" err="1"/>
              <a:t>self.is_loading</a:t>
            </a:r>
            <a:r>
              <a:rPr lang="en-IN" dirty="0"/>
              <a:t> = False</a:t>
            </a:r>
          </a:p>
        </p:txBody>
      </p:sp>
    </p:spTree>
    <p:extLst>
      <p:ext uri="{BB962C8B-B14F-4D97-AF65-F5344CB8AC3E}">
        <p14:creationId xmlns:p14="http://schemas.microsoft.com/office/powerpoint/2010/main" val="76183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6B6785-A869-EDA5-E307-A711D9313958}"/>
              </a:ext>
            </a:extLst>
          </p:cNvPr>
          <p:cNvSpPr txBox="1"/>
          <p:nvPr/>
        </p:nvSpPr>
        <p:spPr>
          <a:xfrm>
            <a:off x="403121" y="569026"/>
            <a:ext cx="10314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Integrated Firebase (Data Persistence)</a:t>
            </a:r>
          </a:p>
          <a:p>
            <a:pPr>
              <a:buNone/>
            </a:pPr>
            <a:r>
              <a:rPr lang="en-US" dirty="0"/>
              <a:t>Since you are using Firebase to save login details, interns must learn how to connect Reflex events to external SDKs.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State Functions</a:t>
            </a:r>
            <a:r>
              <a:rPr lang="en-US" dirty="0"/>
              <a:t>: Use </a:t>
            </a:r>
            <a:r>
              <a:rPr lang="en-US" dirty="0">
                <a:latin typeface="Courier New" panose="02070309020205020404" pitchFamily="49" charset="0"/>
              </a:rPr>
              <a:t>async</a:t>
            </a:r>
            <a:r>
              <a:rPr lang="en-US" dirty="0"/>
              <a:t> functions in your State to wait for Firebase responses without freezing the UI.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9FA66-D9EF-CF73-F1B4-89CD5FF8D12D}"/>
              </a:ext>
            </a:extLst>
          </p:cNvPr>
          <p:cNvSpPr txBox="1"/>
          <p:nvPr/>
        </p:nvSpPr>
        <p:spPr>
          <a:xfrm>
            <a:off x="496527" y="2594471"/>
            <a:ext cx="10127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Recommendation "Badges"</a:t>
            </a:r>
          </a:p>
          <a:p>
            <a:pPr>
              <a:buNone/>
            </a:pPr>
            <a:r>
              <a:rPr lang="en-US" dirty="0"/>
              <a:t>To show the "AI" aspect, professional sites use specific labels like "Picked for You" or "99% Match."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</a:rPr>
              <a:t>rx.badge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</a:rPr>
              <a:t>variant="surface"</a:t>
            </a:r>
            <a:r>
              <a:rPr lang="en-US" dirty="0"/>
              <a:t> and unique colors to highlight AI-driven suggestions.</a:t>
            </a:r>
          </a:p>
        </p:txBody>
      </p:sp>
    </p:spTree>
    <p:extLst>
      <p:ext uri="{BB962C8B-B14F-4D97-AF65-F5344CB8AC3E}">
        <p14:creationId xmlns:p14="http://schemas.microsoft.com/office/powerpoint/2010/main" val="75368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3AAD34-E7BF-2B2B-5D5F-46E4853CE770}"/>
              </a:ext>
            </a:extLst>
          </p:cNvPr>
          <p:cNvSpPr txBox="1"/>
          <p:nvPr/>
        </p:nvSpPr>
        <p:spPr>
          <a:xfrm>
            <a:off x="294967" y="428832"/>
            <a:ext cx="10776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Challenge: The AI-Ecom Home Page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Dynamic Search</a:t>
            </a:r>
            <a:r>
              <a:rPr lang="en-US" dirty="0"/>
              <a:t>: Implement a search bar that filters a list of 5 dummy products.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Product Card</a:t>
            </a:r>
            <a:r>
              <a:rPr lang="en-US" dirty="0"/>
              <a:t>: Create a component that displays a product name, and description of the product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Protected Login</a:t>
            </a:r>
            <a:r>
              <a:rPr lang="en-US" dirty="0"/>
              <a:t>: Create a login page that "toasts" (A small pop-up notification at the corner of the screen.</a:t>
            </a:r>
          </a:p>
          <a:p>
            <a:r>
              <a:rPr lang="en-US" dirty="0"/>
              <a:t>) an error if the password is less than 6 characters.</a:t>
            </a:r>
          </a:p>
        </p:txBody>
      </p:sp>
    </p:spTree>
    <p:extLst>
      <p:ext uri="{BB962C8B-B14F-4D97-AF65-F5344CB8AC3E}">
        <p14:creationId xmlns:p14="http://schemas.microsoft.com/office/powerpoint/2010/main" val="186012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bhutani</dc:creator>
  <cp:lastModifiedBy>simran bhutani</cp:lastModifiedBy>
  <cp:revision>1</cp:revision>
  <dcterms:created xsi:type="dcterms:W3CDTF">2026-03-11T17:57:13Z</dcterms:created>
  <dcterms:modified xsi:type="dcterms:W3CDTF">2026-03-11T17:57:18Z</dcterms:modified>
</cp:coreProperties>
</file>